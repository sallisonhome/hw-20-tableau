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635316D-D58D-4F66-9626-7066BC44C06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HW 20 Workbook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85066B33-42C8-4B88-B3F5-20E97344C51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4/15/2019 9:14:05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>
            <a:extLst>
              <a:ext uri="{FF2B5EF4-FFF2-40B4-BE49-F238E27FC236}">
                <a16:creationId xmlns:a16="http://schemas.microsoft.com/office/drawing/2014/main" id="{E23B97DB-421C-4F8A-ACA9-DD7ACB4BFF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289" y="0"/>
            <a:ext cx="9095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>
            <a:extLst>
              <a:ext uri="{FF2B5EF4-FFF2-40B4-BE49-F238E27FC236}">
                <a16:creationId xmlns:a16="http://schemas.microsoft.com/office/drawing/2014/main" id="{7EB80BBD-68FA-4EDA-91F8-D1FA6E850D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938" y="0"/>
            <a:ext cx="41561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>
            <a:extLst>
              <a:ext uri="{FF2B5EF4-FFF2-40B4-BE49-F238E27FC236}">
                <a16:creationId xmlns:a16="http://schemas.microsoft.com/office/drawing/2014/main" id="{80A69BE1-B64A-41FF-AB67-6BCD91E8FB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681" y="0"/>
            <a:ext cx="7118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>
            <a:extLst>
              <a:ext uri="{FF2B5EF4-FFF2-40B4-BE49-F238E27FC236}">
                <a16:creationId xmlns:a16="http://schemas.microsoft.com/office/drawing/2014/main" id="{5A64F2FF-02CC-4EDE-9273-81A131B5C6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047" y="0"/>
            <a:ext cx="7517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>
            <a:extLst>
              <a:ext uri="{FF2B5EF4-FFF2-40B4-BE49-F238E27FC236}">
                <a16:creationId xmlns:a16="http://schemas.microsoft.com/office/drawing/2014/main" id="{ED2BD2BC-B308-4C4B-9CED-43E801B083D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16" y="0"/>
            <a:ext cx="11855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>
            <a:extLst>
              <a:ext uri="{FF2B5EF4-FFF2-40B4-BE49-F238E27FC236}">
                <a16:creationId xmlns:a16="http://schemas.microsoft.com/office/drawing/2014/main" id="{BAEFBAD1-61BD-44A7-AE5D-0C3B2E198B4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13" y="0"/>
            <a:ext cx="11577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>
            <a:extLst>
              <a:ext uri="{FF2B5EF4-FFF2-40B4-BE49-F238E27FC236}">
                <a16:creationId xmlns:a16="http://schemas.microsoft.com/office/drawing/2014/main" id="{0F9137EA-703F-4BEC-BF62-E88743C2CA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1" y="0"/>
            <a:ext cx="120272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>
            <a:extLst>
              <a:ext uri="{FF2B5EF4-FFF2-40B4-BE49-F238E27FC236}">
                <a16:creationId xmlns:a16="http://schemas.microsoft.com/office/drawing/2014/main" id="{42005D68-F168-4FAC-86A4-AFA91758B8A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124"/>
            <a:ext cx="12192000" cy="662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0</cp:revision>
  <dcterms:created xsi:type="dcterms:W3CDTF">2018-08-15T22:40:47Z</dcterms:created>
  <dcterms:modified xsi:type="dcterms:W3CDTF">2018-08-15T22:40:47Z</dcterms:modified>
</cp:coreProperties>
</file>